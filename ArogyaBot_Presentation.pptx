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E8B57">
              <a:alpha val="30000"/>
            </a:srgbClr>
          </a:solidFill>
          <a:ln w="12700">
            <a:solidFill>
              <a:srgbClr val="2E8B5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77724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21945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 INNOVATION TRACK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783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ArogyaBot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Rural Health Assistant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1480" y="3429000"/>
            <a:ext cx="32004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Spark 6 · NIT Delhi · 18–19 April 2026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E22"/>
          </a:solidFill>
          <a:ln w="12700">
            <a:solidFill>
              <a:srgbClr val="1A2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480560"/>
            <a:ext cx="8686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ArogyaBot  |  Rounak Gupta (Leader)  ·  Pooja Kumari  ·  Shubham Kumar Sinha  ·  Dharmendra Singh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India's Healthcare Crisis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65%+ of India's population lives in rural areas with limited healthcare access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Doctor-patient ratio in rural India is 1:11,000 — WHO recommends 1:1,000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30% of rural Indians have easy access to a healthcare facility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prevent many from seeking timely medical help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health literacy leads to delayed diagnosis and preventable deaths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114300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143000"/>
            <a:ext cx="109728" cy="10515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216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89320" y="1709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37744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2377440"/>
            <a:ext cx="109728" cy="1051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450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8932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Doctor-Patient Ratio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361188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3611880"/>
            <a:ext cx="109728" cy="1051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6850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989320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E8B57">
              <a:alpha val="25000"/>
            </a:srgbClr>
          </a:solidFill>
          <a:ln w="12700">
            <a:solidFill>
              <a:srgbClr val="2E8B5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2286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ArogyaBot — A multilingual voice &amp; text AI chatbot for rural health guidance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1325880"/>
          </a:xfrm>
          <a:prstGeom prst="rect">
            <a:avLst/>
          </a:prstGeom>
          <a:solidFill>
            <a:srgbClr val="2E8B57">
              <a:alpha val="7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2258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Hindi or regional languages — no typing needed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783080"/>
            <a:ext cx="4114800" cy="1325880"/>
          </a:xfrm>
          <a:prstGeom prst="rect">
            <a:avLst/>
          </a:prstGeom>
          <a:solidFill>
            <a:srgbClr val="2E8B57">
              <a:alpha val="7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928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77840" y="2258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symptoms and gives safe, actionable guidance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291840"/>
            <a:ext cx="4114800" cy="1325880"/>
          </a:xfrm>
          <a:prstGeom prst="rect">
            <a:avLst/>
          </a:prstGeom>
          <a:solidFill>
            <a:srgbClr val="2E8B57">
              <a:alpha val="7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 PHC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43000" y="3767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instantly shows nearest hospitals &amp; clinics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291840"/>
            <a:ext cx="4114800" cy="1325880"/>
          </a:xfrm>
          <a:prstGeom prst="rect">
            <a:avLst/>
          </a:prstGeom>
          <a:solidFill>
            <a:srgbClr val="2E8B57">
              <a:alpha val="7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0156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577840" y="3767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reminders for medicines and appointments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09728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61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109728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61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— Single HTML File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57400"/>
            <a:ext cx="109728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 3.3 70B (Free)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205740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057400"/>
            <a:ext cx="109728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Speech-to-Text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109728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81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/ IndicTrans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017520"/>
            <a:ext cx="109728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081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383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9776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77640"/>
            <a:ext cx="109728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416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343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— Cloud Sync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39776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77640"/>
            <a:ext cx="109728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0416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343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URL API + Supabase 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86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658368" cy="6583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2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9264" y="1344168"/>
            <a:ext cx="100584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3664" y="12618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874520"/>
            <a:ext cx="1645920" cy="2651760"/>
          </a:xfrm>
          <a:prstGeom prst="rect">
            <a:avLst/>
          </a:prstGeom>
          <a:solidFill>
            <a:srgbClr val="1E3A2A"/>
          </a:solidFill>
          <a:ln w="12700">
            <a:solidFill>
              <a:srgbClr val="52B7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1874520"/>
            <a:ext cx="164592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993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" y="2542032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text in Hindi or regional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93392" y="1051560"/>
            <a:ext cx="658368" cy="6583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22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88336" y="1344168"/>
            <a:ext cx="100584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2618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56232" y="1874520"/>
            <a:ext cx="1645920" cy="2651760"/>
          </a:xfrm>
          <a:prstGeom prst="rect">
            <a:avLst/>
          </a:prstGeom>
          <a:solidFill>
            <a:srgbClr val="1E3A2A"/>
          </a:solidFill>
          <a:ln w="12700">
            <a:solidFill>
              <a:srgbClr val="F4A26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56232" y="1874520"/>
            <a:ext cx="16459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1993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Translate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01952" y="2542032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→ Hindi/English recognition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12464" y="1051560"/>
            <a:ext cx="658368" cy="6583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22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407408" y="1344168"/>
            <a:ext cx="100584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2618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75304" y="1874520"/>
            <a:ext cx="1645920" cy="2651760"/>
          </a:xfrm>
          <a:prstGeom prst="rect">
            <a:avLst/>
          </a:prstGeom>
          <a:solidFill>
            <a:srgbClr val="1E3A2A"/>
          </a:solidFill>
          <a:ln w="12700">
            <a:solidFill>
              <a:srgbClr val="52B7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75304" y="1874520"/>
            <a:ext cx="164592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1993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21024" y="2542032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processes symptoms &amp; 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31536" y="1051560"/>
            <a:ext cx="658368" cy="6583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22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126480" y="1344168"/>
            <a:ext cx="100584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2618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94376" y="1874520"/>
            <a:ext cx="1645920" cy="2651760"/>
          </a:xfrm>
          <a:prstGeom prst="rect">
            <a:avLst/>
          </a:prstGeom>
          <a:solidFill>
            <a:srgbClr val="1E3A2A"/>
          </a:solidFill>
          <a:ln w="12700">
            <a:solidFill>
              <a:srgbClr val="F4A26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94376" y="1874520"/>
            <a:ext cx="16459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0096" y="1993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Response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0096" y="2542032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severity level, home remedies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50608" y="1051560"/>
            <a:ext cx="658368" cy="65836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1051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22"/>
                </a:solidFill>
              </a:rPr>
              <a:t>5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013448" y="1874520"/>
            <a:ext cx="1645920" cy="2651760"/>
          </a:xfrm>
          <a:prstGeom prst="rect">
            <a:avLst/>
          </a:prstGeom>
          <a:solidFill>
            <a:srgbClr val="1E3A2A"/>
          </a:solidFill>
          <a:ln w="12700">
            <a:solidFill>
              <a:srgbClr val="52B7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013448" y="1874520"/>
            <a:ext cx="164592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59168" y="19933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&amp; Save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59168" y="2542032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API (hospital) + Supabase cloud save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10972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rural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618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via Groq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618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doctor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3310128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basic smartphones — no high-end hardware required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via WhatsApp — India's most-used messaging platform (500M+ users)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PHC database integration for accurate, real-time hospital data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 integration to reach last-mile communities in future phases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E8B57">
              <a:alpha val="25000"/>
            </a:srgbClr>
          </a:solidFill>
          <a:ln w="12700">
            <a:solidFill>
              <a:srgbClr val="2E8B57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1508760"/>
          </a:xfrm>
          <a:prstGeom prst="rect">
            <a:avLst/>
          </a:prstGeom>
          <a:solidFill>
            <a:srgbClr val="2E8B57">
              <a:alpha val="6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app for community health workers to track village health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114800" cy="1508760"/>
          </a:xfrm>
          <a:prstGeom prst="rect">
            <a:avLst/>
          </a:prstGeom>
          <a:solidFill>
            <a:srgbClr val="2E8B57">
              <a:alpha val="6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PHC Integration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3212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tie-ups with public health centers for appointment booking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2834640"/>
            <a:ext cx="4114800" cy="1508760"/>
          </a:xfrm>
          <a:prstGeom prst="rect">
            <a:avLst/>
          </a:prstGeom>
          <a:solidFill>
            <a:srgbClr val="2E8B57">
              <a:alpha val="6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718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Early Warning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9728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anonymous symptom data to detect disease outbreaks early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54880" y="2834640"/>
            <a:ext cx="4114800" cy="1508760"/>
          </a:xfrm>
          <a:prstGeom prst="rect">
            <a:avLst/>
          </a:prstGeom>
          <a:solidFill>
            <a:srgbClr val="2E8B57">
              <a:alpha val="6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718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3212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available without internet via SMS fallback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280160" cy="128016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651760"/>
            <a:ext cx="2011680" cy="914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Rounak Gupta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16352" y="1188720"/>
            <a:ext cx="1280160" cy="1280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1887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450592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651760"/>
            <a:ext cx="2011680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Kumari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23744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2624" y="1188720"/>
            <a:ext cx="1280160" cy="1280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1887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626864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2651760"/>
            <a:ext cx="201168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Kumar Sinha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68896" y="1188720"/>
            <a:ext cx="1280160" cy="1280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1887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803136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2651760"/>
            <a:ext cx="2011680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27889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Dharmendra Singh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3493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ArogyaBot  ·  HackIndia Spark 6  ·  NIT Delhi  ·  18–19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8B57">
              <a:alpha val="30000"/>
            </a:srgbClr>
          </a:solidFill>
          <a:ln w="12700">
            <a:solidFill>
              <a:srgbClr val="2E8B5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880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"Bringing Healthcare to Every Village, Every Voice"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ArogyaBot  ·  HackIndia Spark 6  ·  NIT Delhi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ArogyaBot — AI-Powered Rural Health Assistant</dc:title>
  <dc:subject>PptxGenJS Presentation</dc:subject>
  <dc:creator>ArogyaBot Team</dc:creator>
  <cp:lastModifiedBy>ArogyaBot Team</cp:lastModifiedBy>
  <cp:revision>1</cp:revision>
  <dcterms:created xsi:type="dcterms:W3CDTF">2026-04-06T10:25:16Z</dcterms:created>
  <dcterms:modified xsi:type="dcterms:W3CDTF">2026-04-06T10:25:16Z</dcterms:modified>
</cp:coreProperties>
</file>